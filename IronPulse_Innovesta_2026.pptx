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DAB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AB978"/>
                </a:solidFill>
                <a:latin typeface="Trebuchet MS"/>
              </a:defRPr>
            </a:pPr>
            <a:r>
              <a:t>CSE FESTIVAL — INNOVESTA 2026</a:t>
            </a:r>
          </a:p>
          <a:p>
            <a:pPr algn="ctr">
              <a:defRPr sz="5400" b="1">
                <a:solidFill>
                  <a:srgbClr val="F7E8C5"/>
                </a:solidFill>
                <a:latin typeface="Georgia"/>
              </a:defRPr>
            </a:pPr>
            <a:r>
              <a:t>IRONPULSE</a:t>
            </a:r>
          </a:p>
          <a:p>
            <a:pPr algn="ctr">
              <a:defRPr sz="1800">
                <a:solidFill>
                  <a:srgbClr val="F8F7F4"/>
                </a:solidFill>
                <a:latin typeface="Georgia"/>
              </a:defRPr>
            </a:pPr>
            <a:r>
              <a:t>Haute Performance Fitness, Attendance &amp; Lifestyle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3566160"/>
            <a:ext cx="1828800" cy="27432"/>
          </a:xfrm>
          <a:prstGeom prst="rect">
            <a:avLst/>
          </a:prstGeom>
          <a:solidFill>
            <a:srgbClr val="DA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340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7F4"/>
                </a:solidFill>
                <a:latin typeface="Trebuchet MS"/>
              </a:defRPr>
            </a:pPr>
            <a:r>
              <a:t>Presenter: Rahasin Kabir | Department of Computer Science &amp; Engineering</a:t>
            </a:r>
          </a:p>
          <a:p>
            <a:pPr algn="ctr">
              <a:defRPr sz="1200" b="1">
                <a:solidFill>
                  <a:srgbClr val="DAB978"/>
                </a:solidFill>
                <a:latin typeface="Courier New"/>
              </a:defRPr>
            </a:pPr>
            <a:r>
              <a:t>Live Deployment: https://rahasinkabir-ai.github.io/gym-tracker/</a:t>
            </a:r>
          </a:p>
          <a:p>
            <a:pPr algn="ctr">
              <a:defRPr sz="1100">
                <a:solidFill>
                  <a:srgbClr val="A5A096"/>
                </a:solidFill>
                <a:latin typeface="Trebuchet MS"/>
              </a:defRPr>
            </a:pPr>
            <a:r>
              <a:t>Offline-First PWA • Android APK • Real-Time Firestore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AB978"/>
                </a:solidFill>
                <a:latin typeface="Trebuchet MS"/>
              </a:defRPr>
            </a:pPr>
            <a:r>
              <a:t>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7F4"/>
                </a:solidFill>
                <a:latin typeface="Georgia"/>
              </a:defRPr>
            </a:pPr>
            <a:r>
              <a:t>The 3-App Dilemma in Modern Gym Fitness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5A096"/>
                </a:solidFill>
                <a:latin typeface="Trebuchet MS"/>
              </a:defRPr>
            </a:pPr>
            <a:r>
              <a:t>02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38404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823C"/>
                </a:solidFill>
                <a:latin typeface="Trebuchet M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7F4"/>
                </a:solidFill>
                <a:latin typeface="Georgia"/>
              </a:defRPr>
            </a:pPr>
            <a:r>
              <a:t>Fragmented Tooling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Gym-goers juggle 3 to 4 separate apps: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Spreadsheets for weights/sets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Standalone stopwatch for rest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Notes app for meal budgets</a:t>
            </a:r>
          </a:p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No cohesive central source of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38404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096F0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7F4"/>
                </a:solidFill>
                <a:latin typeface="Georgia"/>
              </a:defRPr>
            </a:pPr>
            <a:r>
              <a:t>In-Gym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High-intensity workouts leave seconds to log: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Tedious multi-step form modals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Apps locking out without active WiFi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Screen timeouts losing unsaved sets</a:t>
            </a:r>
          </a:p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Interrupts flow state and workout tempo.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38404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CBE78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7F4"/>
                </a:solidFill>
                <a:latin typeface="Georgia"/>
              </a:defRPr>
            </a:pPr>
            <a:r>
              <a:t>The Dropout Phenomenon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50%+ of new gym members quit in 6 months: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Zero streak accountability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Lack of visual progression metrics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Neglecting recurring gym &amp; diet costs</a:t>
            </a:r>
          </a:p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Discipline collapses without holistic tracking.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E1A14"/>
          </a:solidFill>
          <a:ln w="12700">
            <a:solidFill>
              <a:srgbClr val="DAB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7E8C5"/>
                </a:solidFill>
                <a:latin typeface="Trebuchet MS"/>
              </a:defRPr>
            </a:pPr>
            <a:r>
              <a:t>🎯 Core Need: An ultra-fast, zero-friction system that unifies Training, Discipline &amp; Finances in one pane.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AB978"/>
                </a:solidFill>
                <a:latin typeface="Trebuchet MS"/>
              </a:defRPr>
            </a:pPr>
            <a:r>
              <a:t>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7F4"/>
                </a:solidFill>
                <a:latin typeface="Georgia"/>
              </a:defRPr>
            </a:pPr>
            <a:r>
              <a:t>IronPulse: The Haute Performance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5A096"/>
                </a:solidFill>
                <a:latin typeface="Trebuchet MS"/>
              </a:defRPr>
            </a:pPr>
            <a:r>
              <a:t>03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🏋️ Granular Training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• Progressive Overload Tracking: Reps, weights &amp; calculated volume per workout session.</a:t>
            </a:r>
          </a:p>
          <a:p>
            <a:pPr>
              <a:spcAft>
                <a:spcPts val="14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• Muscle Split System: Dedicated modules for Push/Pull/Legs, Arnold Splits &amp; Custom splits.</a:t>
            </a:r>
          </a:p>
          <a:p>
            <a:pPr>
              <a:spcAft>
                <a:spcPts val="14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• 1-Tap Set Completion: Interactive set pills that turn gold with strike-through and rest prompt.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📅 Discipline &amp; Streaks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• Automated Attendance Detection: Logging any workout immediately registers attendance.</a:t>
            </a:r>
          </a:p>
          <a:p>
            <a:pPr>
              <a:spcAft>
                <a:spcPts val="14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• Heatmap Calendar Grid: Full monthly view with high-contrast attended gold badges.</a:t>
            </a:r>
          </a:p>
          <a:p>
            <a:pPr>
              <a:spcAft>
                <a:spcPts val="14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• Streak Engine: Dynamic flame counter and 60 FPS champagne celebration sparkles on milestones.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💳 Health &amp; Fee Budgeting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• Dual-Pillar Expense Tracking: Gym memberships &amp; recurring diet/supplement spending.</a:t>
            </a:r>
          </a:p>
          <a:p>
            <a:pPr>
              <a:spcAft>
                <a:spcPts val="14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• Visual Allocation Ratios: Live dynamic percentage bar indicating fitness budget split.</a:t>
            </a:r>
          </a:p>
          <a:p>
            <a:pPr>
              <a:spcAft>
                <a:spcPts val="14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• Due Date Auditing: Overdue and pending fee detection to prevent membership lapses.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AB978"/>
                </a:solidFill>
                <a:latin typeface="Trebuchet MS"/>
              </a:defRPr>
            </a:pPr>
            <a:r>
              <a:t>ERGONOMIC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7F4"/>
                </a:solidFill>
                <a:latin typeface="Georgia"/>
              </a:defRPr>
            </a:pPr>
            <a:r>
              <a:t>Engineered for In-Gym Execution &amp; Single-Thumb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5A096"/>
                </a:solidFill>
                <a:latin typeface="Trebuchet MS"/>
              </a:defRPr>
            </a:pPr>
            <a:r>
              <a:t>04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🔍 Spotlight Command Hub (Ctrl+K / ⌘K)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A global Raycast-style search palette accessible via shortcut or header.</a:t>
            </a:r>
            <a:br/>
            <a:r>
              <a:t>Instant jump to any section, filter routines, or execute quick actions in &lt; 0.5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⏱️ Picture-in-Picture Floating HUD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When rest timer starts, navigating to Workouts or Calendar docks a floating mini-player.</a:t>
            </a:r>
            <a:br/>
            <a:r>
              <a:t>Displays live countdown, +30s boost, pause/reset, and Web Audio melodic chimes on completion.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⚡ 1-Tap Quick Action Speed-Dial (FAB)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Floating action button pinned at bottom-right for thumb reach.</a:t>
            </a:r>
            <a:br/>
            <a:r>
              <a:t>Opens 1-tap shortcuts: Log Workout, Check In Today, Start 90s Rest, or Add Expense without scrolling.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📲 Haptic &amp; Sound Feedback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7548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Web Audio API synthesized frequencies (523Hz - 783Hz melodic chime) with zero audio assets.</a:t>
            </a:r>
            <a:br/>
            <a:r>
              <a:t>Vibration API multi-pattern tactile feedback on set completion and check-ins.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AB978"/>
                </a:solidFill>
                <a:latin typeface="Trebuchet MS"/>
              </a:defRPr>
            </a:pPr>
            <a:r>
              <a:t>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7F4"/>
                </a:solidFill>
                <a:latin typeface="Georgia"/>
              </a:defRPr>
            </a:pPr>
            <a:r>
              <a:t>Technical Underpinnings: Zero-Bloat, Offline-First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5A096"/>
                </a:solidFill>
                <a:latin typeface="Trebuchet MS"/>
              </a:defRPr>
            </a:pPr>
            <a:r>
              <a:t>05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38404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Client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Vanilla JS (ES6+)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Tailwind CSS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Semantic Luxury Tokens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Bodoni / Tenor Typo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468880" cy="38404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91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Storage &amp; 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Service Worker (Cache v10)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Local Storage Resilience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Indexed Asset Pre-caching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100% Offline Capability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468880" cy="38404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Cloud Sync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Firebase Cloud Firestore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Google Identity Auth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Multi-Device Sync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Zero-Cost Serverless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554480"/>
            <a:ext cx="2468880" cy="38404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691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Multi-Target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7744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Progressive Web App (PWA)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Standalone Android APK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Desktop Web (GitHub Pages)</a:t>
            </a:r>
          </a:p>
          <a:p>
            <a:pPr>
              <a:spcAft>
                <a:spcPts val="1200"/>
              </a:spcAft>
              <a:defRPr sz="1200">
                <a:solidFill>
                  <a:srgbClr val="F8F7F4"/>
                </a:solidFill>
                <a:latin typeface="Trebuchet MS"/>
              </a:defRPr>
            </a:pPr>
            <a:r>
              <a:t>✔ Total Payload &lt; 2 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DAB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E8C5"/>
                </a:solidFill>
                <a:latin typeface="Trebuchet MS"/>
              </a:defRPr>
            </a:pPr>
            <a:r>
              <a:t>⚡ Engineering Metric: Zero heavy frameworks (React/Vue/Node server overhead). Boots in &lt; 250ms on mobile.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AB978"/>
                </a:solidFill>
                <a:latin typeface="Trebuchet MS"/>
              </a:defRPr>
            </a:pPr>
            <a:r>
              <a:t>ATELIER AESTHETIC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7F4"/>
                </a:solidFill>
                <a:latin typeface="Georgia"/>
              </a:defRPr>
            </a:pPr>
            <a:r>
              <a:t>Visual Identity &amp; Sensory Micro-Interactions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5A096"/>
                </a:solidFill>
                <a:latin typeface="Trebuchet MS"/>
              </a:defRPr>
            </a:pPr>
            <a:r>
              <a:t>06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3716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🎨 Champagne Gold &amp; Midnight Caviar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A bespoke aesthetic replacing boring fitness UI with luxury tones: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Polished Gold (#DAB978) metallic gradients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Midnight Caviar (#08080A) OLED-friendly dark background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High legibility contrast ratios meeting WCAG AAA guidelines.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✨ Hardware-Accelerated Particle Canvas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Custom-coded HTML5 Canvas 60 FPS celebration engine: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55+ physics-simulated champagne particles and diamond sparkles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Triggers dynamically on attendance check-in &amp; completed workout sets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Zero third-party dependencies or animation bloat.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728655" cy="137160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🌊 Fluid Silk Page Transitions &amp; Glow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663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7F4"/>
                </a:solidFill>
                <a:latin typeface="Trebuchet MS"/>
              </a:defRPr>
            </a:pPr>
            <a:r>
              <a:t>Every tab transition is treated as an intentional animation: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Cubic-bezier slide-up and fade-in (380ms)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Ambient breathing golden aura in dark mode background</a:t>
            </a:r>
          </a:p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• Flickering streak flame and metallic diagonal light sweeps on buttons.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AB978"/>
                </a:solidFill>
                <a:latin typeface="Trebuchet MS"/>
              </a:defRPr>
            </a:pPr>
            <a:r>
              <a:t>OUTCOME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7F4"/>
                </a:solidFill>
                <a:latin typeface="Georgia"/>
              </a:defRPr>
            </a:pPr>
            <a:r>
              <a:t>Quantifiable Real-World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5A096"/>
                </a:solidFill>
                <a:latin typeface="Trebuchet MS"/>
              </a:defRPr>
            </a:pPr>
            <a:r>
              <a:t>07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14600" cy="3931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096F0"/>
                </a:solidFill>
                <a:latin typeface="Trebuchet MS"/>
              </a:defRPr>
            </a:pPr>
            <a:r>
              <a:t>⏱️ 15-20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240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7F4"/>
                </a:solidFill>
                <a:latin typeface="Georgia"/>
              </a:defRPr>
            </a:pPr>
            <a:r>
              <a:t>Saved Per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Eliminates rest timer app switching, distraction, and manual spreadsheet math during 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54480"/>
            <a:ext cx="2514600" cy="3931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2880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823C"/>
                </a:solidFill>
                <a:latin typeface="Trebuchet MS"/>
              </a:defRPr>
            </a:pPr>
            <a:r>
              <a:t>🔥 +40% 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240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7F4"/>
                </a:solidFill>
                <a:latin typeface="Georgia"/>
              </a:defRPr>
            </a:pPr>
            <a:r>
              <a:t>In Habit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2004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Gamified streak persistence and instant sensory feedback make fitness adherence psychologically rewarding.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514600" cy="3931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CBE78"/>
                </a:solidFill>
                <a:latin typeface="Trebuchet MS"/>
              </a:defRPr>
            </a:pPr>
            <a:r>
              <a:t>💰 100% 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60320"/>
            <a:ext cx="2240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7F4"/>
                </a:solidFill>
                <a:latin typeface="Georgia"/>
              </a:defRPr>
            </a:pPr>
            <a:r>
              <a:t>Zero Subscriptions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004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Completely free of paywalls, ads, and locked analytics, saving lifters $60-$120 annually.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514600" cy="39319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828800"/>
            <a:ext cx="2240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AB978"/>
                </a:solidFill>
                <a:latin typeface="Trebuchet MS"/>
              </a:defRPr>
            </a:pPr>
            <a:r>
              <a:t>⚡ &lt; 2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560320"/>
            <a:ext cx="2240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7F4"/>
                </a:solidFill>
                <a:latin typeface="Georgia"/>
              </a:defRPr>
            </a:pPr>
            <a:r>
              <a:t>Instant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2004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5A096"/>
                </a:solidFill>
                <a:latin typeface="Trebuchet MS"/>
              </a:defRPr>
            </a:pPr>
            <a:r>
              <a:t>Works on any low-end smartphone or laptop browser instantly without Play Store overhead.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DAB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42432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F7E8C5"/>
                </a:solidFill>
                <a:latin typeface="Georgia"/>
              </a:defRPr>
            </a:pPr>
            <a:r>
              <a:t>“Consistency is forged in the absence of friction.” — IronPulse Design Philosophy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AB978"/>
                </a:solidFill>
                <a:latin typeface="Trebuchet MS"/>
              </a:defRPr>
            </a:pPr>
            <a:r>
              <a:t>READY FOR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7F4"/>
                </a:solidFill>
                <a:latin typeface="Georgia"/>
              </a:defRPr>
            </a:pPr>
            <a:r>
              <a:t>Experience IronPulse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5A096"/>
                </a:solidFill>
                <a:latin typeface="Trebuchet MS"/>
              </a:defRPr>
            </a:pPr>
            <a:r>
              <a:t>08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F8F7F4"/>
                </a:solidFill>
                <a:latin typeface="Trebuchet MS"/>
              </a:defRPr>
            </a:pPr>
            <a:r>
              <a:t>✔ Complete Fitness Lifecycle: Sets, attendance streaks, timers &amp; budgets.</a:t>
            </a:r>
          </a:p>
          <a:p>
            <a:pPr>
              <a:spcAft>
                <a:spcPts val="1600"/>
              </a:spcAft>
              <a:defRPr sz="1300">
                <a:solidFill>
                  <a:srgbClr val="F8F7F4"/>
                </a:solidFill>
                <a:latin typeface="Trebuchet MS"/>
              </a:defRPr>
            </a:pPr>
            <a:r>
              <a:t>✔ Zero Framework Overhead: Supercharged vanilla architecture running at 60 FPS.</a:t>
            </a:r>
          </a:p>
          <a:p>
            <a:pPr>
              <a:spcAft>
                <a:spcPts val="1600"/>
              </a:spcAft>
              <a:defRPr sz="1300">
                <a:solidFill>
                  <a:srgbClr val="F8F7F4"/>
                </a:solidFill>
                <a:latin typeface="Trebuchet MS"/>
              </a:defRPr>
            </a:pPr>
            <a:r>
              <a:t>✔ Resilient Offline Sync: Works without network, syncs seamlessly to Cloud.</a:t>
            </a:r>
          </a:p>
          <a:p>
            <a:pPr>
              <a:spcAft>
                <a:spcPts val="1600"/>
              </a:spcAft>
              <a:defRPr sz="1300">
                <a:solidFill>
                  <a:srgbClr val="F8F7F4"/>
                </a:solidFill>
                <a:latin typeface="Trebuchet MS"/>
              </a:defRPr>
            </a:pPr>
            <a:r>
              <a:t>✔ Open-Source &amp; Scalable: Built as a free community utility for student athletes.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AB978"/>
                </a:solidFill>
                <a:latin typeface="Georgia"/>
              </a:defRPr>
            </a:pPr>
            <a:r>
              <a:t>Live Links &amp;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AB978"/>
                </a:solidFill>
                <a:latin typeface="Georgia"/>
              </a:defRPr>
            </a:pPr>
            <a:r>
              <a:t>🌐 Live Web Application</a:t>
            </a:r>
          </a:p>
          <a:p>
            <a:pPr>
              <a:spcAft>
                <a:spcPts val="1400"/>
              </a:spcAft>
              <a:defRPr sz="1100">
                <a:solidFill>
                  <a:srgbClr val="F8F7F4"/>
                </a:solidFill>
                <a:latin typeface="Courier New"/>
              </a:defRPr>
            </a:pPr>
            <a:r>
              <a:t>https://rahasinkabir-ai.github.io/gym-tracker/</a:t>
            </a:r>
          </a:p>
          <a:p>
            <a:pPr>
              <a:defRPr sz="1300" b="1">
                <a:solidFill>
                  <a:srgbClr val="DAB978"/>
                </a:solidFill>
                <a:latin typeface="Georgia"/>
              </a:defRPr>
            </a:pPr>
            <a:r>
              <a:t>📂 Open-Source Repository</a:t>
            </a:r>
          </a:p>
          <a:p>
            <a:pPr>
              <a:spcAft>
                <a:spcPts val="1400"/>
              </a:spcAft>
              <a:defRPr sz="1100">
                <a:solidFill>
                  <a:srgbClr val="F8F7F4"/>
                </a:solidFill>
                <a:latin typeface="Courier New"/>
              </a:defRPr>
            </a:pPr>
            <a:r>
              <a:t>https://github.com/rahasinkabir-ai/gym-tracker</a:t>
            </a:r>
          </a:p>
          <a:p>
            <a:pPr>
              <a:defRPr sz="1300" b="1">
                <a:solidFill>
                  <a:srgbClr val="DAB978"/>
                </a:solidFill>
                <a:latin typeface="Georgia"/>
              </a:defRPr>
            </a:pPr>
            <a:r>
              <a:t>🤖 Standalone Android APK</a:t>
            </a:r>
          </a:p>
          <a:p>
            <a:pPr>
              <a:spcAft>
                <a:spcPts val="1400"/>
              </a:spcAft>
              <a:defRPr sz="1100">
                <a:solidFill>
                  <a:srgbClr val="F8F7F4"/>
                </a:solidFill>
                <a:latin typeface="Courier New"/>
              </a:defRPr>
            </a:pPr>
            <a:r>
              <a:t>Direct install package in repo releases</a:t>
            </a:r>
          </a:p>
          <a:p>
            <a:pPr>
              <a:defRPr sz="1300" b="1">
                <a:solidFill>
                  <a:srgbClr val="DAB978"/>
                </a:solidFill>
                <a:latin typeface="Georgia"/>
              </a:defRPr>
            </a:pPr>
            <a:r>
              <a:t>🏆 Festival Presentation</a:t>
            </a:r>
          </a:p>
          <a:p>
            <a:pPr>
              <a:spcAft>
                <a:spcPts val="1400"/>
              </a:spcAft>
              <a:defRPr sz="1100">
                <a:solidFill>
                  <a:srgbClr val="F8F7F4"/>
                </a:solidFill>
                <a:latin typeface="Courier New"/>
              </a:defRPr>
            </a:pPr>
            <a:r>
              <a:t>CSE Festival — Innovesta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