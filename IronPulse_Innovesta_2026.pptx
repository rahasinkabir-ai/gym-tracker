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6161E"/>
          </a:solidFill>
          <a:ln w="19050">
            <a:solidFill>
              <a:srgbClr val="DAB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340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DAB978"/>
                </a:solidFill>
                <a:latin typeface="Trebuchet MS"/>
              </a:defRPr>
            </a:pPr>
            <a:r>
              <a:t>CSE FESTIVAL — INNOVESTA 2026</a:t>
            </a:r>
          </a:p>
          <a:p>
            <a:pPr algn="ctr">
              <a:defRPr sz="5400" b="1">
                <a:solidFill>
                  <a:srgbClr val="F7E8C5"/>
                </a:solidFill>
                <a:latin typeface="Georgia"/>
              </a:defRPr>
            </a:pPr>
            <a:r>
              <a:t>IRONPULSE</a:t>
            </a:r>
          </a:p>
          <a:p>
            <a:pPr algn="ctr">
              <a:defRPr sz="1800">
                <a:solidFill>
                  <a:srgbClr val="F8F7F4"/>
                </a:solidFill>
                <a:latin typeface="Georgia"/>
              </a:defRPr>
            </a:pPr>
            <a:r>
              <a:t>Haute Performance Fitness, Attendance &amp; Lifestyle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0990" y="3566160"/>
            <a:ext cx="1828800" cy="27432"/>
          </a:xfrm>
          <a:prstGeom prst="rect">
            <a:avLst/>
          </a:prstGeom>
          <a:solidFill>
            <a:srgbClr val="DAB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340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8F7F4"/>
                </a:solidFill>
                <a:latin typeface="Trebuchet MS"/>
              </a:defRPr>
            </a:pPr>
            <a:r>
              <a:t>Presenter: Rahasin Kabir | Department of Computer Science &amp; Engineering</a:t>
            </a:r>
          </a:p>
          <a:p>
            <a:pPr algn="ctr">
              <a:defRPr sz="1200" b="1">
                <a:solidFill>
                  <a:srgbClr val="DAB978"/>
                </a:solidFill>
                <a:latin typeface="Courier New"/>
              </a:defRPr>
            </a:pPr>
            <a:r>
              <a:t>Live Deployment: https://rahasinkabir-ai.github.io/gym-tracker/</a:t>
            </a:r>
          </a:p>
          <a:p>
            <a:pPr algn="ctr">
              <a:defRPr sz="1100">
                <a:solidFill>
                  <a:srgbClr val="A5A096"/>
                </a:solidFill>
                <a:latin typeface="Trebuchet MS"/>
              </a:defRPr>
            </a:pPr>
            <a:r>
              <a:t>Offline-First PWA • Android APK • Real-Time Firestore Sync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PROBLEM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The 3-App Dilemma in Modern Gym Fitness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02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823C"/>
                </a:solidFill>
                <a:latin typeface="Trebuchet M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7F4"/>
                </a:solidFill>
                <a:latin typeface="Georgia"/>
              </a:defRPr>
            </a:pPr>
            <a:r>
              <a:t>Fragmented 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Gym-goers juggle 3 to 4 separate apps: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Spreadsheets for weights/sets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Standalone stopwatch for rest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Notes app for meal budgets</a:t>
            </a:r>
          </a:p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No cohesive central source of truth.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3832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96F0"/>
                </a:solidFill>
                <a:latin typeface="Trebuchet M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9456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7F4"/>
                </a:solidFill>
                <a:latin typeface="Georgia"/>
              </a:defRPr>
            </a:pPr>
            <a:r>
              <a:t>In-Gym Friction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High-intensity workouts leave seconds to log: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Tedious multi-step form modals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Apps locking out without active WiFi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Screen timeouts losing unsaved sets</a:t>
            </a:r>
          </a:p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Interrupts flow state and workout tempo.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54480"/>
            <a:ext cx="33832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37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CBE78"/>
                </a:solidFill>
                <a:latin typeface="Trebuchet M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194560"/>
            <a:ext cx="2926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7F4"/>
                </a:solidFill>
                <a:latin typeface="Georgia"/>
              </a:defRPr>
            </a:pPr>
            <a:r>
              <a:t>The Dropout Phenomenon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788920"/>
            <a:ext cx="2926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50%+ of new gym members quit in 6 months: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Zero streak accountability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Lack of visual progression metrics</a:t>
            </a:r>
          </a:p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• Neglecting recurring gym &amp; diet costs</a:t>
            </a:r>
          </a:p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Discipline collapses without holistic tracking.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77240"/>
          </a:xfrm>
          <a:prstGeom prst="roundRect">
            <a:avLst/>
          </a:prstGeom>
          <a:solidFill>
            <a:srgbClr val="1E1A14"/>
          </a:solidFill>
          <a:ln w="12700">
            <a:solidFill>
              <a:srgbClr val="DAB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71500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7E8C5"/>
                </a:solidFill>
                <a:latin typeface="Trebuchet MS"/>
              </a:defRPr>
            </a:pPr>
            <a:r>
              <a:t>🎯 Core Need: An ultra-fast, zero-friction system that unifies Training, Discipline &amp; Finances in one pane.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PRODUCT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IronPulse: The Haute Performance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03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🏋️ Granular Training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Progressive Overload Tracking: Reps, weights &amp; calculated volume per workout session.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Muscle Split System: Dedicated modules for Push/Pull/Legs, Arnold Splits &amp; Custom splits.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1-Tap Set Completion: Interactive set pills that turn gold with strike-through and rest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83280" cy="46634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📅 Discipline &amp; Streaks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Automated Attendance Detection: Logging any workout immediately registers attendance.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Heatmap Calendar Grid: Full monthly view with high-contrast attended gold badges.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Streak Engine: Dynamic flame counter and 60 FPS champagne celebration sparkles on milestones.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46634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91640"/>
            <a:ext cx="3017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💳 Health &amp; Fee Budgeting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Dual-Pillar Expense Tracking: Gym memberships &amp; recurring diet/supplement spending.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Visual Allocation Ratios: Live dynamic percentage bar indicating fitness budget split.</a:t>
            </a:r>
          </a:p>
          <a:p>
            <a:pPr>
              <a:spcAft>
                <a:spcPts val="1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• Due Date Auditing: Overdue and pending fee detection to prevent membership lapses.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ERGONOMIC 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Engineered for In-Gym Execution &amp; Single-Thumb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04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🔍 Spotlight Command Hub (Ctrl+K / ⌘K)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A global Raycast-style search palette accessible via shortcut or header.</a:t>
            </a:r>
            <a:br/>
            <a:r>
              <a:t>Instant jump to any section, filter routines, or execute quick actions in &lt; 0.5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🎙️ Hands-Free Voice Protocol (Hotkey: 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Zero-touch in-gym voice assistant using Web Speech API &amp; SpeechSynthesis.</a:t>
            </a:r>
            <a:br/>
            <a:r>
              <a:t>Supports natural voice commands: timer, check-in, 1RM calculator, navigation &amp; audio feedback.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⏱️ Picture-in-Picture Floating HUD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When rest timer starts, navigating to other views docks a floating mini-player.</a:t>
            </a:r>
            <a:br/>
            <a:r>
              <a:t>Displays live countdown, +30s boost, pause/reset, and Web Audio melodic chimes on completion.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⚡ 1-Tap Quick Action Speed-Dial (FAB)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7F4"/>
                </a:solidFill>
                <a:latin typeface="Trebuchet MS"/>
              </a:defRPr>
            </a:pPr>
            <a:r>
              <a:t>Floating action button pinned at bottom-right for instant one-thumb reach.</a:t>
            </a:r>
            <a:br/>
            <a:r>
              <a:t>Opens 1-tap shortcuts: Log Workout, Voice Assistant, 1RM Engine, 90s Rest, or Check-In.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Technical Underpinnings: Zero-Bloat, Offline-First PWA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05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4688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Client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Vanilla JS (ES6+)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Tailwind CSS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Semantic Luxury Tokens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Bodoni / Tenor Typo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554480"/>
            <a:ext cx="24688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916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Storage &amp;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Service Worker (Cache v10)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Local Storage Resilience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Indexed Asset Pre-caching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100% Offline Capability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24688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Cloud Sync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Firebase Cloud Firestore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Google Identity Auth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Multi-Device Sync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Zero-Cost Serverless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554480"/>
            <a:ext cx="2468880" cy="384048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6916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Multi-Target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77440"/>
            <a:ext cx="2103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Progressive Web App (PWA)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Standalone Android APK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Desktop Web (GitHub Pages)</a:t>
            </a:r>
          </a:p>
          <a:p>
            <a:pPr>
              <a:spcAft>
                <a:spcPts val="12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✔ Total Payload &lt; 2 MB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23560"/>
            <a:ext cx="10728655" cy="7772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DAB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715000"/>
            <a:ext cx="103628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7E8C5"/>
                </a:solidFill>
                <a:latin typeface="Trebuchet MS"/>
              </a:defRPr>
            </a:pPr>
            <a:r>
              <a:t>⚡ Engineering Metric: Zero heavy frameworks (React/Vue/Node server overhead). Boots in &lt; 250ms on mobile.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BIOMECHANICAL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Algorithmic Precision &amp; Haute Aesthetic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06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🗺️ Muscular Anatomy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SVG anatomical front/back visualizer scanning 7-day cumulative set volume.</a:t>
            </a:r>
          </a:p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Dynamically maps 8 muscle groups across Cold, Active, Balanced, Optimal Gold, and CNS Fatigue.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🧬 1RM &amp; Progressive Overload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Multi-equation consensus (Epley, Brzycki &amp; Lombardi models).</a:t>
            </a:r>
          </a:p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Calculates true 1RM, 50%-95% working zones, and automated +2.5kg/+5kg next-session overload.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⚡ Athletic Readiness &amp; Circadian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Daily composite biometric index (Sleep, Muscle Freshness, CNS Energy).</a:t>
            </a:r>
          </a:p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6-phase daily timeline covering hydration, pre-workout fuel, training windows, and recovery.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✨ 60 FPS Particle Canvas &amp; Atelier Palette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Midnight Caviar (#08080A) and Champagne Gold (#DAB978) dark palette.</a:t>
            </a:r>
          </a:p>
          <a:p>
            <a:pPr>
              <a:spcAft>
                <a:spcPts val="400"/>
              </a:spcAft>
              <a:defRPr sz="1200">
                <a:solidFill>
                  <a:srgbClr val="F8F7F4"/>
                </a:solidFill>
                <a:latin typeface="Trebuchet MS"/>
              </a:defRPr>
            </a:pPr>
            <a:r>
              <a:t>Hardware-accelerated 55+ particle confetti physics on attendance check-in and set PRs.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OUTCOME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Quantifiable Real-World Significance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07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14600" cy="393192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2240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96F0"/>
                </a:solidFill>
                <a:latin typeface="Trebuchet MS"/>
              </a:defRPr>
            </a:pPr>
            <a:r>
              <a:t>⏱️ 15-20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7F4"/>
                </a:solidFill>
                <a:latin typeface="Georgia"/>
              </a:defRPr>
            </a:pPr>
            <a:r>
              <a:t>Saved Per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Eliminates rest timer app switching, distraction, and manual spreadsheet math during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554480"/>
            <a:ext cx="2514600" cy="393192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828800"/>
            <a:ext cx="2240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823C"/>
                </a:solidFill>
                <a:latin typeface="Trebuchet MS"/>
              </a:defRPr>
            </a:pPr>
            <a:r>
              <a:t>🔥 +40% 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56032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7F4"/>
                </a:solidFill>
                <a:latin typeface="Georgia"/>
              </a:defRPr>
            </a:pPr>
            <a:r>
              <a:t>In Habit 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Gamified streak persistence and instant sensory feedback make fitness adherence psychologically rewarding.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514600" cy="393192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2240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CBE78"/>
                </a:solidFill>
                <a:latin typeface="Trebuchet MS"/>
              </a:defRPr>
            </a:pPr>
            <a:r>
              <a:t>💰 100% 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6032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7F4"/>
                </a:solidFill>
                <a:latin typeface="Georgia"/>
              </a:defRPr>
            </a:pPr>
            <a:r>
              <a:t>Zero Subscriptions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Completely free of paywalls, ads, and locked analytics, saving lifters $60-$120 annually.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514600" cy="393192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828800"/>
            <a:ext cx="2240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AB978"/>
                </a:solidFill>
                <a:latin typeface="Trebuchet MS"/>
              </a:defRPr>
            </a:pPr>
            <a:r>
              <a:t>⚡ &lt; 2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560320"/>
            <a:ext cx="2240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7F4"/>
                </a:solidFill>
                <a:latin typeface="Georgia"/>
              </a:defRPr>
            </a:pPr>
            <a:r>
              <a:t>Instant Footprint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5A096"/>
                </a:solidFill>
                <a:latin typeface="Trebuchet MS"/>
              </a:defRPr>
            </a:pPr>
            <a:r>
              <a:t>Works on any low-end smartphone or laptop browser instantly without Play Store overhead.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DAB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742432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F7E8C5"/>
                </a:solidFill>
                <a:latin typeface="Georgia"/>
              </a:defRPr>
            </a:pPr>
            <a:r>
              <a:t>“Consistency is forged in the absence of friction.” — IronPulse Design Philosophy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AB978"/>
                </a:solidFill>
                <a:latin typeface="Trebuchet MS"/>
              </a:defRPr>
            </a:pPr>
            <a:r>
              <a:t>READY FOR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7F4"/>
                </a:solidFill>
                <a:latin typeface="Georgia"/>
              </a:defRPr>
            </a:pPr>
            <a:r>
              <a:t>Experience IronPulse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5A096"/>
                </a:solidFill>
                <a:latin typeface="Trebuchet MS"/>
              </a:defRPr>
            </a:pPr>
            <a:r>
              <a:t>08 / 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Project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300">
                <a:solidFill>
                  <a:srgbClr val="F8F7F4"/>
                </a:solidFill>
                <a:latin typeface="Trebuchet MS"/>
              </a:defRPr>
            </a:pPr>
            <a:r>
              <a:t>✔ Complete Fitness Lifecycle: Sets, attendance streaks, timers &amp; fitness budget.</a:t>
            </a:r>
          </a:p>
          <a:p>
            <a:pPr>
              <a:spcAft>
                <a:spcPts val="1600"/>
              </a:spcAft>
              <a:defRPr sz="1300">
                <a:solidFill>
                  <a:srgbClr val="F8F7F4"/>
                </a:solidFill>
                <a:latin typeface="Trebuchet MS"/>
              </a:defRPr>
            </a:pPr>
            <a:r>
              <a:t>✔ Algorithmic Intelligence: 1RM multi-equation engine, SVG anatomy heatmap &amp; daily readiness.</a:t>
            </a:r>
          </a:p>
          <a:p>
            <a:pPr>
              <a:spcAft>
                <a:spcPts val="1600"/>
              </a:spcAft>
              <a:defRPr sz="1300">
                <a:solidFill>
                  <a:srgbClr val="F8F7F4"/>
                </a:solidFill>
                <a:latin typeface="Trebuchet MS"/>
              </a:defRPr>
            </a:pPr>
            <a:r>
              <a:t>✔ Ergonomic &amp; Hands-Free UX: Voice Assistant Protocol (V), Spotlight Hub (⌘K) &amp; Floating HUD.</a:t>
            </a:r>
          </a:p>
          <a:p>
            <a:pPr>
              <a:spcAft>
                <a:spcPts val="1600"/>
              </a:spcAft>
              <a:defRPr sz="1300">
                <a:solidFill>
                  <a:srgbClr val="F8F7F4"/>
                </a:solidFill>
                <a:latin typeface="Trebuchet MS"/>
              </a:defRPr>
            </a:pPr>
            <a:r>
              <a:t>✔ Zero Framework Overhead: Offline-first PWA caching with Firebase cloud sync &amp; 60 FPS particles.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6161E"/>
          </a:solidFill>
          <a:ln w="12700">
            <a:solidFill>
              <a:srgbClr val="2D2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DAB978"/>
                </a:solidFill>
                <a:latin typeface="Georgia"/>
              </a:defRPr>
            </a:pPr>
            <a:r>
              <a:t>Live Links &amp;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AB978"/>
                </a:solidFill>
                <a:latin typeface="Georgia"/>
              </a:defRPr>
            </a:pPr>
            <a:r>
              <a:t>🌐 Live Web Application</a:t>
            </a:r>
          </a:p>
          <a:p>
            <a:pPr>
              <a:spcAft>
                <a:spcPts val="1400"/>
              </a:spcAft>
              <a:defRPr sz="1100">
                <a:solidFill>
                  <a:srgbClr val="F8F7F4"/>
                </a:solidFill>
                <a:latin typeface="Courier New"/>
              </a:defRPr>
            </a:pPr>
            <a:r>
              <a:t>https://rahasinkabir-ai.github.io/gym-tracker/</a:t>
            </a:r>
          </a:p>
          <a:p>
            <a:pPr>
              <a:defRPr sz="1300" b="1">
                <a:solidFill>
                  <a:srgbClr val="DAB978"/>
                </a:solidFill>
                <a:latin typeface="Georgia"/>
              </a:defRPr>
            </a:pPr>
            <a:r>
              <a:t>📂 Open-Source Repository</a:t>
            </a:r>
          </a:p>
          <a:p>
            <a:pPr>
              <a:spcAft>
                <a:spcPts val="1400"/>
              </a:spcAft>
              <a:defRPr sz="1100">
                <a:solidFill>
                  <a:srgbClr val="F8F7F4"/>
                </a:solidFill>
                <a:latin typeface="Courier New"/>
              </a:defRPr>
            </a:pPr>
            <a:r>
              <a:t>https://github.com/rahasinkabir-ai/gym-tracker</a:t>
            </a:r>
          </a:p>
          <a:p>
            <a:pPr>
              <a:defRPr sz="1300" b="1">
                <a:solidFill>
                  <a:srgbClr val="DAB978"/>
                </a:solidFill>
                <a:latin typeface="Georgia"/>
              </a:defRPr>
            </a:pPr>
            <a:r>
              <a:t>🤖 Standalone Android APK</a:t>
            </a:r>
          </a:p>
          <a:p>
            <a:pPr>
              <a:spcAft>
                <a:spcPts val="1400"/>
              </a:spcAft>
              <a:defRPr sz="1100">
                <a:solidFill>
                  <a:srgbClr val="F8F7F4"/>
                </a:solidFill>
                <a:latin typeface="Courier New"/>
              </a:defRPr>
            </a:pPr>
            <a:r>
              <a:t>Direct install package in repo releases</a:t>
            </a:r>
          </a:p>
          <a:p>
            <a:pPr>
              <a:defRPr sz="1300" b="1">
                <a:solidFill>
                  <a:srgbClr val="DAB978"/>
                </a:solidFill>
                <a:latin typeface="Georgia"/>
              </a:defRPr>
            </a:pPr>
            <a:r>
              <a:t>🏆 Festival Presentation</a:t>
            </a:r>
          </a:p>
          <a:p>
            <a:pPr>
              <a:spcAft>
                <a:spcPts val="1400"/>
              </a:spcAft>
              <a:defRPr sz="1100">
                <a:solidFill>
                  <a:srgbClr val="F8F7F4"/>
                </a:solidFill>
                <a:latin typeface="Courier New"/>
              </a:defRPr>
            </a:pPr>
            <a:r>
              <a:t>CSE Festival — Innovesta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